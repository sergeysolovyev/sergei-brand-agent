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· AUTONOMOUS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F4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Brand Agent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promotion of TradFi → AI → DeFi expertise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 architecture · Computer Use · RentAHuman escalation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May 2026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github.com/SergeySolovyev/sergei-brand-agent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brand maintenance doesn't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preprints (figshare, 2026) need amplification.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RINC submissions in pipeline (Молодой учёный, Интернаука, Universum).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MIPT Blockchain master deadline: 31 July 2026.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 2026 summer school submission active.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visibility for clients, grants, investors.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554480"/>
            <a:ext cx="3017520" cy="219456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6002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B3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6692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to maintain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· LinkedIn · X · Telegram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· hundreds of opportunities · zero spare hours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credibility for three audiences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210312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clients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 · product VPs · fintech &amp; crypto leadership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evaluate technical depth before signing contracts.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743200" cy="210312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1783080"/>
            <a:ext cx="457200" cy="45720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committees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Foundation · Сколково · innovation funds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scout researchers with verifiable, citable output.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743200" cy="210312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 investors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· angels · ecosystem treasuries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for builders with both code and credibility.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converge on sergeisolovev.com — the long-lived asset.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agent (Anthropic Managed Agents pattern)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943600" cy="868680"/>
          </a:xfrm>
          <a:prstGeom prst="rect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COGNITIVE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 · Composer · Critic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LLM personas, event-triggered, Evaluator-Optimizer loop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943600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TOOL CAPABILITIES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Browser-Use · Computer Use · MCP · RentAHuman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27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channel access — same affordances as a human at a PC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943600" cy="8686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HARNESS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· Sandbox · Trace/Eval · Credentials ·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safety: Docker isolation, egress whitelist, audit 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Anthropic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TRIAD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cognitive agents, three distinct voices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274320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Editor-in-Chief lite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Invoked: Mondays 09:00 MSK + major events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metrics, sets weekly themes, queues topics, drafts plans.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743200" cy="274320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54480"/>
            <a:ext cx="2743200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Channel-aware writer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Invoked: Event-triggered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sub-voices: blog (long), LinkedIn (pro), X (terse), Telegram RU.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743200" cy="274320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reviewer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Invoked: After every draft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REVISE · REJECT. Catches fake DOIs, brand-drift, LLM tells.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→ Composer → Critic (loop max 2 rounds) → publish or escalate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toolkit a human has at a PC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2588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556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channel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X · GitHub · OpenAlex · CFP sites · grant portals — agent navigates them as a human would. Playwright + LLM driver.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132588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783080"/>
            <a:ext cx="411480" cy="41148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7556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0299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(Phase 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fallback for non-browser tasks: file uploads, native dialogs, IDE operations. Used when Browser-Use insufficient.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32588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538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integrations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8130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Telegram · filesystem · SQLite. Direct API calls where faster than browsing.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32588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B38A5A"/>
          </a:solidFill>
          <a:ln w="12700">
            <a:solidFill>
              <a:srgbClr val="B3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RentAHuman MCP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538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escalation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8130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for: captcha, phone verification, subjective brand-tone calls, edge cases agent shouldn't decide alone. (Phase 2)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BRAND-SAFETY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autonomy — control matched to risk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personal · internal state ·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risk — no public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A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Critic-gated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sergeisolovev.com /blog/ · paper landing 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 adversarial PASS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Human-approved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· X · outreach emails · grant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Sergei /approve via Telegram inline keyboard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RAH-escalated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Captcha · phone verification · judgment edge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human (RentAHuman) decides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asymmetry: one bad post can erase 50 good ones. Optimize for downside protection.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 promotion tactics, 31 categories, single playbook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2468880"/>
          </a:xfrm>
          <a:prstGeom prst="rect">
            <a:avLst/>
          </a:prstGeom>
          <a:solidFill>
            <a:srgbClr val="F4F3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3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catalogued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31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audience · effort · impact · autonomy · 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69164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Media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Identity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Portfolios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Social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Publishing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Social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Web3-native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Platforms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Sites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Speaking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Speaking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Roles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Contributions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Releases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169164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Technical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Formats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Promo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priorities (first 60 days)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Cross-post blog content · Stack Exchange answers · HARO/Pressfeed monitoring · ETHGlobal scan · EF Academic Grants tracking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stack, controlled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CX21 VPS (2 vCPU, 4 GB)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 · hardened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sandboxed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Tinyproxy egress whitelist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(NousResearch)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Browser-Use + Playwright + Chromium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1Password Connect for secrets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event store · JSONL traces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828800"/>
          <a:ext cx="3657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Hetzner CX21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 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1Password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adds: RentAHuman ($20-50/mo for ~3-5 tasks) → total $50-100/mo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6 MONTHS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4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743200" cy="2468880"/>
          </a:xfrm>
          <a:prstGeom prst="rect">
            <a:avLst/>
          </a:prstGeom>
          <a:solidFill>
            <a:srgbClr val="334155"/>
          </a:solidFill>
          <a:ln w="12700">
            <a:solidFill>
              <a:srgbClr val="B38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+ Triad live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provisioned, sandbox up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 publishes blog (Tier 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drafts via Tier 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catches canary set 8/8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743200" cy="2468880"/>
          </a:xfrm>
          <a:prstGeom prst="rect">
            <a:avLst/>
          </a:prstGeom>
          <a:solidFill>
            <a:srgbClr val="334155"/>
          </a:solidFill>
          <a:ln w="12700">
            <a:solidFill>
              <a:srgbClr val="B38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2–3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+ outreach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RentAHuman wired in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discovery sources scanned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skills with Critic policing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— voice-drift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743200" cy="2468880"/>
          </a:xfrm>
          <a:prstGeom prst="rect">
            <a:avLst/>
          </a:prstGeom>
          <a:solidFill>
            <a:srgbClr val="334155"/>
          </a:solidFill>
          <a:ln w="12700">
            <a:solidFill>
              <a:srgbClr val="B38A5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4–6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Researcher agent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cognitive agent if needed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grant-proposal pre-fill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paper match-scoring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for native dialogs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ready · awaiting credentials to deploy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github.com/SergeySolovyev/sergei-brand-agent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sergeisolovev.com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Sergei Brand Agent — Architecture &amp; Roadmap</dc:title>
  <dc:subject>PptxGenJS Presentation</dc:subject>
  <dc:creator>Sergei Solovev</dc:creator>
  <cp:lastModifiedBy>Sergei Solovev</cp:lastModifiedBy>
  <cp:revision>1</cp:revision>
  <dcterms:created xsi:type="dcterms:W3CDTF">2026-05-27T05:23:48Z</dcterms:created>
  <dcterms:modified xsi:type="dcterms:W3CDTF">2026-05-27T05:23:48Z</dcterms:modified>
</cp:coreProperties>
</file>